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04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E3C36-4ABA-48AD-B59E-FB3110B52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0EF28D-079F-42CE-90EF-B786711B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82BAE9-3BFE-4AB7-9A88-3501322D5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5771-B22C-414F-B997-4AC76AC9416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A24BB6-1C05-4591-A11F-61C1BD0F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68CEE9-8ABA-424D-A077-5DB509DDD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B28-BEAF-49AA-99A5-894D9C3FC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5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1FB316-90C2-4427-9C9B-195A1B977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7AECE8-E7B2-4966-91FA-50F829CD7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394FBF-9489-460C-BF91-4B0F3D514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5771-B22C-414F-B997-4AC76AC9416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EAB68E-F50B-472F-B0ED-B6A8E72F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48BBFD-FA69-4D2E-947D-B3C6EF5C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B28-BEAF-49AA-99A5-894D9C3FC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71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707F0-C6E2-48E1-A29E-A62D96154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01F2BA-96F5-4E5D-9D7E-3058B4911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22A274-6BA1-4C3B-9304-1B68D8511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5771-B22C-414F-B997-4AC76AC9416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85EF7E-324F-4C7F-AB02-280AFD3E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BAB08A-B945-42AF-A627-E14D0634C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B28-BEAF-49AA-99A5-894D9C3FC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36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D5ECAF-1D02-497D-81A5-B11997F40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8D7006-4829-48A0-BD25-D4A54BA0B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6B8D63-AEB0-40DF-8706-AECD526F5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B63B07-5EEE-4788-B2E9-921FD36F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5771-B22C-414F-B997-4AC76AC9416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E31124-1A3E-4107-A3F3-FC0CAD81E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E3D108-649A-494A-BD6C-3EFF59E7F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B28-BEAF-49AA-99A5-894D9C3FC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513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CD127-A44B-4A1E-A896-76A040A04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B1C0FB-632E-4B58-8892-9393219D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22032E-BFA7-4466-A80B-E5C6CB9DC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54093F7-E8F4-44C0-8C99-D5A33513C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7E9E135-A8F2-41B2-B0F6-14C9CC429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8CB09C-7CEA-4FE1-8623-FE0D8115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5771-B22C-414F-B997-4AC76AC9416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4FAFD2-1806-4A4B-BF2F-E141BA42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69F3DC1-FEE4-43D7-9005-190DA079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B28-BEAF-49AA-99A5-894D9C3FC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3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F05F0-EAFA-41B4-B1AF-28C8227E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78497AD-7E41-49EF-B9A5-3A0E63B2B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5771-B22C-414F-B997-4AC76AC9416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A49476B-3915-4190-AD70-EF0489EC1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77FDE71-BF20-4276-B603-8A9BD0E39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B28-BEAF-49AA-99A5-894D9C3FC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36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66F9C25-5EEC-43E2-97CD-12000E6F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5771-B22C-414F-B997-4AC76AC9416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B979E28-6CE6-411B-A1CF-5A6F5ED8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185D6A-F679-49E5-B9B1-A6E4C8511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B28-BEAF-49AA-99A5-894D9C3FC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66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545E9-98EC-48C7-9B19-2A13DA79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90B63E-14C9-49C0-A072-2FFBBAC40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BA540D-ADD3-4588-A315-47AB6113B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5969A6-7B40-479A-BB1E-1B429674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5771-B22C-414F-B997-4AC76AC9416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8EC9A5-AAE9-40C6-9EBE-A02BDC71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2361DA-85F6-4E97-821A-98E6AADD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B28-BEAF-49AA-99A5-894D9C3FC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80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235732-B91F-46DE-9E7B-F153EF70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AB2ED09-1FE5-4773-ABE3-B2D5250C1F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86D7C2-06FF-4830-8F4D-5A315378D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EF6CC0-6F83-4EE2-802A-FADAE1585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5771-B22C-414F-B997-4AC76AC9416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9D0FF6-8ECD-4B97-88DF-C51352F0F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1E8C90-659C-4F6E-879E-7FBE9BDD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B28-BEAF-49AA-99A5-894D9C3FC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065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3968CD-9520-45EF-B9CD-789D59E61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2BE71D-41EC-4D70-AA1C-8E37BAF04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7C279D-1156-4C02-A29F-3040DB479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5771-B22C-414F-B997-4AC76AC9416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D4F30D-36CF-4D04-9E63-6CC6E3A8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DEAF15-16BB-4716-927B-3A9485501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B28-BEAF-49AA-99A5-894D9C3FC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359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CA9AEA4-2FB8-4BF2-8EB4-D46E4BFC9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DA7591-8ED2-4BD3-BC70-078AC468F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0C8B89-B778-4E29-B86A-8825C9DC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5771-B22C-414F-B997-4AC76AC9416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84C662-1AF5-4144-95A9-D834662A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1A9AE2-4680-4083-A19A-63C2BAED5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B28-BEAF-49AA-99A5-894D9C3FC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919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86024-A305-45FB-BDC3-90A124E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6E4B28-34EE-46E6-89C4-6F2FFBFBB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205F18-F960-42D1-8D75-2B88FEEFA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25771-B22C-414F-B997-4AC76AC9416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42B6B1-9D82-42EF-B6AC-EB1FDC2CD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34307F-24F0-437D-B388-1DE117F3B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55B28-BEAF-49AA-99A5-894D9C3FC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40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BBD34-D37B-4735-B7ED-119E687A17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Игра: </a:t>
            </a:r>
            <a:r>
              <a:rPr lang="en-US" dirty="0" err="1"/>
              <a:t>CrossyWay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266E06-D58A-4F87-93BE-0D1F79B21A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Авторы: </a:t>
            </a:r>
            <a:r>
              <a:rPr lang="ru-RU" dirty="0" err="1"/>
              <a:t>Ланкин</a:t>
            </a:r>
            <a:r>
              <a:rPr lang="ru-RU" dirty="0"/>
              <a:t> Арсений, Судибор Михаил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878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5D579-9085-4C15-9F4C-D78A9387E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A5686C-D421-4B67-8116-6C92E7F0D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799" cy="4351338"/>
          </a:xfrm>
        </p:spPr>
        <p:txBody>
          <a:bodyPr>
            <a:normAutofit/>
          </a:bodyPr>
          <a:lstStyle/>
          <a:p>
            <a:r>
              <a:rPr lang="ru-RU" sz="2400" b="0" i="0" dirty="0">
                <a:effectLst/>
                <a:latin typeface="+mj-lt"/>
              </a:rPr>
              <a:t> </a:t>
            </a:r>
            <a:r>
              <a:rPr lang="ru-RU" sz="2400" b="0" i="0" dirty="0" err="1">
                <a:effectLst/>
                <a:latin typeface="+mj-lt"/>
              </a:rPr>
              <a:t>CrossWay</a:t>
            </a:r>
            <a:r>
              <a:rPr lang="ru-RU" sz="2400" b="0" i="0" dirty="0">
                <a:effectLst/>
                <a:latin typeface="+mj-lt"/>
              </a:rPr>
              <a:t> 2D - это динамичная 2D-аркада, где игрок постоянно движется вперёд через реки и дороги. </a:t>
            </a:r>
          </a:p>
          <a:p>
            <a:r>
              <a:rPr lang="ru-RU" sz="2400" b="0" i="0" dirty="0">
                <a:effectLst/>
                <a:latin typeface="+mj-lt"/>
              </a:rPr>
              <a:t>Главная особенность игры в том, что пути назад нет. Камера бесконечно движется вперёд, подталкивая игрока к действию. Если игрок остановился, то он проиграл. Задача игрока - пройти как можно дальше, собрать монеты и попасть в общий рейтинг.</a:t>
            </a:r>
            <a:endParaRPr lang="ru-RU" sz="2400" dirty="0">
              <a:latin typeface="+mj-lt"/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95492D3D-9411-4C22-864A-C1F0892E59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49AD16E-7A2B-49E6-8499-2C0EA1D4D6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9" r="7051"/>
          <a:stretch/>
        </p:blipFill>
        <p:spPr>
          <a:xfrm>
            <a:off x="6477557" y="2072372"/>
            <a:ext cx="5038169" cy="301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29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67000"/>
              </a:schemeClr>
            </a:gs>
            <a:gs pos="72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17F72D-67CD-4D4E-8884-CF1DFF1AA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и реализация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FC76F2C-7EB8-4B64-864B-E67556876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400" y="988184"/>
            <a:ext cx="2476846" cy="50489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07B5AB-6E0F-4261-89E5-7313781F767C}"/>
              </a:ext>
            </a:extLst>
          </p:cNvPr>
          <p:cNvSpPr txBox="1"/>
          <p:nvPr/>
        </p:nvSpPr>
        <p:spPr>
          <a:xfrm>
            <a:off x="931333" y="1546755"/>
            <a:ext cx="645054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main.py — система меню: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Управление аккаунтами (вход/регистрация)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Магазин скинов за внутриигровую валюту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Навигация между разделами (</a:t>
            </a:r>
            <a:r>
              <a:rPr lang="ru-RU" dirty="0" err="1"/>
              <a:t>Arcade</a:t>
            </a:r>
            <a:r>
              <a:rPr lang="ru-RU" dirty="0"/>
              <a:t> UI)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Запись данных в базу формата </a:t>
            </a:r>
            <a:r>
              <a:rPr lang="en-US" dirty="0"/>
              <a:t>SQLite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ru-RU" dirty="0"/>
              <a:t>game.py — игра: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Основыне</a:t>
            </a:r>
            <a:r>
              <a:rPr lang="ru-RU" dirty="0"/>
              <a:t> классы: Game, Player, NPC, </a:t>
            </a:r>
            <a:r>
              <a:rPr lang="ru-RU" dirty="0" err="1"/>
              <a:t>LevelManager</a:t>
            </a:r>
            <a:r>
              <a:rPr lang="en-US" dirty="0"/>
              <a:t>, </a:t>
            </a:r>
            <a:r>
              <a:rPr lang="en-US" dirty="0" err="1"/>
              <a:t>PauseMenu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Создание бесконечной карты формата  </a:t>
            </a:r>
            <a:r>
              <a:rPr lang="en-US" dirty="0"/>
              <a:t>.</a:t>
            </a:r>
            <a:r>
              <a:rPr lang="en-US" dirty="0" err="1"/>
              <a:t>tmx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Физика и коллизии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Система частиц</a:t>
            </a:r>
            <a:r>
              <a:rPr lang="en-US" dirty="0"/>
              <a:t>, </a:t>
            </a:r>
            <a:r>
              <a:rPr lang="ru-RU" dirty="0"/>
              <a:t>эффекты камеры и звуковое сопровождение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en-US" dirty="0"/>
              <a:t>l</a:t>
            </a:r>
            <a:r>
              <a:rPr lang="ru-RU" dirty="0"/>
              <a:t>edboard.py — система рейтинга: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Отображение топ-игроков из </a:t>
            </a:r>
            <a:r>
              <a:rPr lang="ru-RU" dirty="0" err="1"/>
              <a:t>SQLite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Сортировка по монетам и времени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56FC56D-0520-4EEE-B896-C116C120C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411" y="1785079"/>
            <a:ext cx="3048425" cy="142894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91B7E90-8B6D-40C4-BAC8-57C6CB016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122" y="3404043"/>
            <a:ext cx="2372056" cy="80973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DB254F7-3EDE-402C-B93F-4E7AE3C690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877" y="4638587"/>
            <a:ext cx="4572369" cy="152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109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E082F3-D701-4021-97DC-0F3C8A36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2C8A82-D976-4509-8D3A-522A5B57C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Проект успешно реализован как полноценная оффлайн игра</a:t>
            </a:r>
          </a:p>
          <a:p>
            <a:pPr marL="0" indent="0">
              <a:buNone/>
            </a:pPr>
            <a:r>
              <a:rPr lang="ru-RU" dirty="0"/>
              <a:t>поддерживающая дальнейшую разработку.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Возможности для доработки:</a:t>
            </a:r>
          </a:p>
          <a:p>
            <a:r>
              <a:rPr lang="ru-RU" dirty="0"/>
              <a:t>Реализация сетевого мультиплеера</a:t>
            </a:r>
          </a:p>
          <a:p>
            <a:r>
              <a:rPr lang="ru-RU" dirty="0"/>
              <a:t>Создание новых карт с использованием различных </a:t>
            </a:r>
            <a:r>
              <a:rPr lang="ru-RU" dirty="0" err="1"/>
              <a:t>тайлов</a:t>
            </a:r>
            <a:endParaRPr lang="ru-RU" dirty="0"/>
          </a:p>
          <a:p>
            <a:r>
              <a:rPr lang="ru-RU" dirty="0"/>
              <a:t>Пополнение магазина новыми персонажами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6174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67000"/>
              </a:schemeClr>
            </a:gs>
            <a:gs pos="72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932D74-A428-4665-ADDB-4C4420BDC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157" y="2214982"/>
            <a:ext cx="971686" cy="115268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BD60685-8B07-44D9-AEDC-229D13A3D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095" y="2752725"/>
            <a:ext cx="1362075" cy="13525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DD9F177-FBF4-4043-9084-25B999FD9A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6528">
            <a:off x="1952137" y="2724271"/>
            <a:ext cx="1362075" cy="1257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6A67AA-C4C8-4E58-A89F-FAD9637AB1A1}"/>
              </a:ext>
            </a:extLst>
          </p:cNvPr>
          <p:cNvSpPr txBox="1"/>
          <p:nvPr/>
        </p:nvSpPr>
        <p:spPr>
          <a:xfrm>
            <a:off x="2828925" y="2967335"/>
            <a:ext cx="6534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6667308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195</Words>
  <Application>Microsoft Office PowerPoint</Application>
  <PresentationFormat>Широкоэкранный</PresentationFormat>
  <Paragraphs>35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Игра: CrossyWay</vt:lpstr>
      <vt:lpstr>Идея проекта</vt:lpstr>
      <vt:lpstr>Структура и реализация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Игра: CrossyWay</dc:title>
  <dc:creator>Admin</dc:creator>
  <cp:lastModifiedBy>Admin</cp:lastModifiedBy>
  <cp:revision>6</cp:revision>
  <dcterms:created xsi:type="dcterms:W3CDTF">2026-01-26T20:55:56Z</dcterms:created>
  <dcterms:modified xsi:type="dcterms:W3CDTF">2026-01-27T09:55:01Z</dcterms:modified>
</cp:coreProperties>
</file>